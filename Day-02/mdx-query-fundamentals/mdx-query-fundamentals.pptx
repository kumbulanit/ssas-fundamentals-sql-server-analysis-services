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4E749C"/>
          </a:solidFill>
          <a:ln>
            <a:solidFill>
              <a:srgbClr val="4E7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Day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MDX Query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AF2"/>
                </a:solidFill>
                <a:latin typeface="Calibri"/>
              </a:rPr>
              <a:t>Theory-only trainer deck with diagrams, examples, and recap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MDX Query Fundamentals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064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Understand the structure of a basic MDX SELECT statement.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Work with measures, members, sets, tuples, and slicers.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Query the Assmang cube for common analytical views.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Recognise how MDX differs from SQL thinking.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45920"/>
            <a:ext cx="2971800" cy="274320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60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v3_assmang_mining_complete.sql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91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12B36"/>
                </a:solidFill>
                <a:latin typeface="Calibri"/>
              </a:rPr>
              <a:t>Business context: Assmang mining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How MDX differs from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MDX Query Fundamentals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SQL retrieves rows from tables; MDX navigates coordinates in a cube.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MDX focuses on axes, members, sets, and dimensional context.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The question is not only 'which rows?' but 'which slice of the cube?'.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Basic SELECT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MDX Query Fundamentals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Measures often appear on columns and dimension members appear on rows.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The FROM clause names the cube, not a table.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The WHERE clause acts as a slicer over dimensional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Core MDX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MDX Query Fundamentals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Member = one addressable point such as `[Mine].[Mine Name].&amp;[Beeshoek Mine]`.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Set = a collection of members.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Tuple = one combination across dimensions, such as Mine + Month.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Beginner query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MDX Query Fundamentals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One measure by one dimension.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One measure by a hierarchy level.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Filtered results using a slicer.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Architecture / Concept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MDX Query Fundamentals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263B52"/>
                </a:solidFill>
                <a:latin typeface="Courier New"/>
              </a:rPr>
              <a:t>COLUMNS: [Measures].[RevenueZAR]
ROWS:    [Mine].[Mine Name].Members
SLICER:  [Date].[Calendar Year].&amp;[2024]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Calibri"/>
              </a:rPr>
              <a:t>Use this visual to explain the flow of structure, context, and analytical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Guided Lab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MDX Query Fundamentals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Open SSMS against the SSAS instance and connect to the processed Assmang cube.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Run a basic query returning `TonnesProduced` by mine.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Add a time slicer for calendar year 2024.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Query revenue by commodity hierarchy level instead of by individual mine.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Use a set to return only the iron ore mines.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Recap and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MDX Query Fundamentals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Key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Avoid these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Understand the structure of a basic MDX SELECT statement.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Work with measures, members, sets, tuples, and slicers.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Query the Assmang cube for common analytical views.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Skipping validation after deployment or processing.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Using weak business naming that confuses users.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Designing objects without linking them to reporting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8288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Questions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DD9E8"/>
                </a:solidFill>
                <a:latin typeface="Calibri"/>
              </a:rPr>
              <a:t>MDX Query Fundamentals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