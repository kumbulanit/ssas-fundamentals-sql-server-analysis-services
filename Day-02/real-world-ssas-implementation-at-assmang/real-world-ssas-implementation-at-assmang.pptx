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4E749C"/>
          </a:solidFill>
          <a:ln>
            <a:solidFill>
              <a:srgbClr val="4E7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Day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Real-World SSAS Implementation at Assmang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AF2"/>
                </a:solidFill>
                <a:latin typeface="Calibri"/>
              </a:rPr>
              <a:t>Theory-only trainer deck with diagrams, examples, and recap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Real-World SSAS Implementation at Assmang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064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Apply the full SSAS workflow to an Assmang-style business solution.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Design a business-ready analytical cube for production, cost, safety, and workforce reporting.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Understand deployment, maintenance, and reporting integration considerations.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Consolidate the course into a real implementation playbook.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645920"/>
            <a:ext cx="2971800" cy="274320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659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60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v3_assmang_mining_complete.sql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91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12B36"/>
                </a:solidFill>
                <a:latin typeface="Calibri"/>
              </a:rPr>
              <a:t>Business context: Assmang mining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Business requirements to cube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Real-World SSAS Implementation at Assmang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Production leaders need output and grade metrics by mine and time.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Finance needs cost analytics by department and operation.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Safety leadership needs incident and compliance monitoring.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HR and management need employee metrics in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Target cube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Real-World SSAS Implementation at Assmang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Dimensions: Mine, Date, Department, Employee, and any KPI-supporting dimensions.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Measure groups: Production, Operating Costs, Equipment Efficiency, Safety KPI, Employee Metrics.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Calculated layer: cost per tonne, target attainment, utilisation measures.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Integration and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Real-World SSAS Implementation at Assmang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Excel is useful for analysts and pivot-based exploration.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Power BI can consume SSAS live for dashboarding.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SSMS and MDX remain valuable for admin testing and technical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Operations and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Real-World SSAS Implementation at Assmang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Plan processing windows, environment promotion, backup, and documentation.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Monitor slow queries, aggregation effectiveness, and business definition changes over time.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Treat SSAS as a governed semantic layer, not just a technical object.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Architecture / Concept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Real-World SSAS Implementation at Assmang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263B52"/>
                </a:solidFill>
                <a:latin typeface="Courier New"/>
              </a:rPr>
              <a:t>SQL Warehouse -&gt; SSAS Cube -&gt; Excel / Power BI / SSMS
      ^               |                |
   Daily ETL      KPIs + Calcs      Business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46E"/>
                </a:solidFill>
                <a:latin typeface="Calibri"/>
              </a:rPr>
              <a:t>Use this visual to explain the flow of structure, context, and analytical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Guided Lab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Real-World SSAS Implementation at Assmang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Load the v3 dataset and confirm all dimension and fact tables are available.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Review the full cube structure and ensure all relevant measure groups are included.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Create or validate at least one KPI each for production, cost, and safety.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Run representative MDX queries that answer executive questions.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Document a maintenance plan covering processing, monitoring, and business sign-off.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Recap and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Real-World SSAS Implementation at Assmang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Key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Avoid these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Apply the full SSAS workflow to an Assmang-style business solution.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Design a business-ready analytical cube for production, cost, safety, and workforce reporting.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Understand deployment, maintenance, and reporting integration considerations.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Skipping validation after deployment or processing.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Using weak business naming that confuses users.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Designing objects without linking them to reporting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8288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Questions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DD9E8"/>
                </a:solidFill>
                <a:latin typeface="Calibri"/>
              </a:rPr>
              <a:t>Real-World SSAS Implementation at Assmang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