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Performance Tuning and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how storage mode and aggregation design affect performance.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Recognise common causes of slow cube queries.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partitioning and caching at a beginner level.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Apply practical optimisation decisions in an Assmang reporting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v3_assmang_mining_complete.sql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Storage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MOLAP stores processed cube data and aggregations inside SSAS for best query speed.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ROLAP queries relational storage more directly and can be useful when freshness matters more than speed.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HOLAP combines both approaches.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Aggregation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Aggregations reduce the amount of work required at query time.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 best aggregation design reflects common reporting patterns such as by mine, by month, and by department.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Too many aggregations can increase processing time and storage usage.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Partitioning and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Large fact data can be partitioned by time or business area.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Partitioning supports manageability, faster processing windows, and targeted optimisation.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Caching and practical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Repeated queries can benefit from cache reuse.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Good dimension design, clean hierarchies, and sensible calculations all contribute to better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Query Pattern -&gt; Aggregation Match? -&gt; Fast Response
               -&gt; No Match -&gt; Detail Scan -&gt; Slower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Review the cube's storage mode and document why MOLAP is usually suitable for this training model.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Use aggregation design tools to review suggested aggregations for production queries.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Run two similar queries and compare behaviour before and after processing changes.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Describe a partitioning idea for monthly or yearly production facts.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Document one optimisation trade-off between speed, freshness, and complexity.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Performance Tuning and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how storage mode and aggregation design affect performance.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Recognise common causes of slow cube queries.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partitioning and caching at a beginner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Performance Tuning and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