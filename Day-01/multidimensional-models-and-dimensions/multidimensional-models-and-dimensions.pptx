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4E749C"/>
          </a:solidFill>
          <a:ln>
            <a:solidFill>
              <a:srgbClr val="4E7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Day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Multidimensional Models and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AF2"/>
                </a:solidFill>
                <a:latin typeface="Calibri"/>
              </a:rPr>
              <a:t>Theory-only trainer deck with diagrams, examples, and recap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Multidimensional Models and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064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star-schema thinking and how dimensions support analysis.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Design dimensions from the Assmang dimension tables.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Build hierarchies that support drill-down navigation.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Recognise common dimension design issues such as poor keys or weak hierarchies.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2971800" cy="274320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60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v1_assmang_mining_base.sql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91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12B36"/>
                </a:solidFill>
                <a:latin typeface="Calibri"/>
              </a:rPr>
              <a:t>Business context: Assmang mining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Dimensional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Multidimensional Models and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 multidimensional model separates descriptive business context from measurable facts.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Dimension tables answer 'by what' questions: by mine, by month, by department, by employee.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 clean dimension model improves user navigation and aggregation behaviour.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Assmang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Multidimensional Models and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`Dim_Mine` supports analysis by mine, province, and commodity type.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`Dim_Date` supports time intelligence through year, quarter, month, and day levels.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`Dim_Department` supports cost and people analysis by function area.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`Dim_Employee` supports workforce-centric reporting and role-based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Hierarchies and drill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Multidimensional Models and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 hierarchy gives users a guided navigation path rather than a flat list of attributes.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Examples include Time: Year &gt; Quarter &gt; Month &gt; Day and Mine: Mine Type &gt; Province &gt; Mine Name.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Good hierarchies make Excel pivot navigation and MDX browsing easier.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Slowly changing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Multidimensional Models and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Type 1 overwrites old values and is useful when history is not required.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Type 2 preserves historical versions and is useful when reporting must reflect old business states.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Beginners should understand the concept even if the training implementation stays simple.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Architecture / Concept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Multidimensional Models and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263B52"/>
                </a:solidFill>
                <a:latin typeface="Courier New"/>
              </a:rPr>
              <a:t>                Dim_Date
                   |
Dim_Mine ---- Fact_Production ---- Dim_Department
                   |
              Dim_Employee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Calibri"/>
              </a:rPr>
              <a:t>Use this visual to explain the flow of structure, context, and analytical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Guided Lab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Multidimensional Models and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Use the Data Source View from Topic 1 and run the Dimension Wizard for `Dim_Mine`.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Set `MineID` as the key attribute and `MineName` as the name column.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Add attributes for `MineType`, `Province`, and `EstablishedYear`.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Create a user hierarchy `Mine Type &gt; Province &gt; Mine Name` and process the dimension.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Repeat the exercise for `Dim_Date` and create the `Year &gt; Quarter &gt; Month &gt; Day` hierarchy.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Recap and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Multidimensional Models and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Key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Avoid these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Understand star-schema thinking and how dimensions support analysis.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 dimensions from the Assmang dimension tables.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Build hierarchies that support drill-down navigation.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Skipping validation after deployment or processing.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Using weak business naming that confuses users.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Designing objects without linking them to reporting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8288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Questions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DD9E8"/>
                </a:solidFill>
                <a:latin typeface="Calibri"/>
              </a:rPr>
              <a:t>Multidimensional Models and Dimensions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