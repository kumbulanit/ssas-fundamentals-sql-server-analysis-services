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4E749C"/>
          </a:solidFill>
          <a:ln>
            <a:solidFill>
              <a:srgbClr val="4E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Day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Measures, Measure Groups, and Aggregations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AF2"/>
                </a:solidFill>
                <a:latin typeface="Calibri"/>
              </a:rPr>
              <a:t>Theory-only trainer deck with diagrams, examples, and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Measures, Measure Groups, and Aggregations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the relationship between fact tables, measure groups, and cube measures.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Choose correct aggregation behavior for common mining metrics.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Recognise additive, semi-additive, and non-additive business values.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the purpose of aggregations in performance optimisation.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2971800" cy="274320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v2_assmang_mining_extended.sql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12B36"/>
                </a:solidFill>
                <a:latin typeface="Calibri"/>
              </a:rPr>
              <a:t>Business context: Assmang mining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Fact tables and measure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Measures, Measure Groups, and Aggregations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 fact table stores measurable business events at a defined grain.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In SSAS, fact tables surface as measure groups.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`FactProduction` becomes a production measure group; `FactOperatingCosts` becomes a cost measure group.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Choosing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Measures, Measure Groups, and Aggregations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Production metrics include tonnes produced, grade, revenue, and cost per tonne.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Cost metrics include labour, equipment, maintenance, safety, utilities, and other costs.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Measures should reflect the grain of the underlying fact and have meaningful aggregation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Aggregation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Measures, Measure Groups, and Aggregations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Additive measures such as revenue and labour cost usually sum well across most dimensions.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Average-style measures such as grade or uptime should not be blindly summed.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Design choices here directly affect business trust in the cube.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Why aggregations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Measures, Measure Groups, and Aggregations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SSAS pre-computes useful summaries so queries do not always scan the full fact table.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This makes repeated management queries much faster.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Aggregation design is one of the reasons cube workloads feel responsive.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 / Concept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Measures, Measure Groups, and Aggregations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263B52"/>
                </a:solidFill>
                <a:latin typeface="Courier New"/>
              </a:rPr>
              <a:t>FactProduction -&gt; Measure Group: Production
   |           -&gt; TonnesProduced (SUM)
   |           -&gt; RevenueZAR (SUM)
   |           -&gt; Grade (AVERAGE)
FactOperatingCosts -&gt; Measure Group: Operating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Calibri"/>
              </a:rPr>
              <a:t>Use this visual to explain the flow of structure, context, and analytical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Guided Lab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Measures, Measure Groups, and Aggregations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Load `datasets/v2_assmang_mining_extended.sql` to add production and operating cost facts.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Update the Data Source View to include `FactProduction` and `FactOperatingCosts`.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Create a cube using the Cube Wizard and select both fact tables as measure groups.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Review the proposed measures and correct any aggregation types that should use averages instead of sums.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Process the cube and browse `TonnesProduced`, `RevenueZAR`, and cost measures by mine and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Recap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Measures, Measure Groups, and Aggregations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Key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Avoid these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the relationship between fact tables, measure groups, and cube measures.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Choose correct aggregation behavior for common mining metrics.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Recognise additive, semi-additive, and non-additive business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Skipping validation after deployment or processing.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Using weak business naming that confuses users.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Designing objects without linking them to reporting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Questions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D9E8"/>
                </a:solidFill>
                <a:latin typeface="Calibri"/>
              </a:rPr>
              <a:t>Measures, Measure Groups, and Aggregations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