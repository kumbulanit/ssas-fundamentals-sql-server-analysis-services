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4E749C"/>
          </a:solidFill>
          <a:ln>
            <a:solidFill>
              <a:srgbClr val="4E74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Day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Introduction to SQL Server Analysis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AF2"/>
                </a:solidFill>
                <a:latin typeface="Calibri"/>
              </a:rPr>
              <a:t>Theory-only trainer deck with diagrams, examples, and recap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Introduction to SQL Server Analysis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064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Explain what SSAS is and where it fits in the Microsoft BI stack.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Differentiate multidimensional and tabular models at a beginner level.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Understand SSAS terminology such as cube, dimension, hierarchy, measure, and processing.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Connect the SSAS learning journey to Assmang production analytics use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645920"/>
            <a:ext cx="2971800" cy="274320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9659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5603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v1_assmang_mining_base.sql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2918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12B36"/>
                </a:solidFill>
                <a:latin typeface="Calibri"/>
              </a:rPr>
              <a:t>Business context: Assmang mining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What SSAS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Introduction to SQL Server Analysis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SQL Server Analysis Services is Microsoft's analytical engine for building semantic models over warehouse data.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It turns detailed transactional or warehouse tables into structures designed for fast slicing, drilling, and summarisation.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In this course the focus is on multidimensional SSAS, where data is modelled using dimensions, measures, and cubes.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Why Assmang would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Introduction to SQL Server Analysis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Production data spans mines, dates, departments, safety indicators, and cost centres.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Executives want answers such as revenue by mine, cost per tonne by month, and trend analysis by commodity type.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SSAS pre-builds the analytical model so these queries run quickly and consistently.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Core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Introduction to SQL Server Analysis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Source database stores relational warehouse tables.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SSDT designs the SSAS project: data source, data source view, dimensions, measure groups, and cube.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Analysis Services processes the model and exposes it to Excel, Power BI, and MDX clients.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Key beginner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Introduction to SQL Server Analysis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Dimension = how you slice data, e.g. Mine or Date.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Measure = the numeric business fact being analysed, e.g. Tonnes Produced or Revenue ZAR.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Hierarchy = a drill path such as Year &gt; Quarter &gt; Month.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Processing = loading data and building aggregations in the SSAS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Architecture / Concept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Introduction to SQL Server Analysis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0972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263B52"/>
                </a:solidFill>
                <a:latin typeface="Courier New"/>
              </a:rPr>
              <a:t>Relational Warehouse -&gt; SSAS Project -&gt; Processed Cube -&gt; Excel/Power BI
           |                 |                 |
       Dim/Fact tables   Dimensions &amp;      Analytical
                         Measure Groups     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46E"/>
                </a:solidFill>
                <a:latin typeface="Calibri"/>
              </a:rPr>
              <a:t>Use this visual to explain the flow of structure, context, and analytical consumption.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Guided Lab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Introduction to SQL Server Analysis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Load `datasets/v1_assmang_mining_base.sql` into SQL Server and verify all four dimension tables exist.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Open Visual Studio with SSDT and create a new Analysis Services Multidimensional Project.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Create a data source pointing to the `AssmangMining` database.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Create a Data Source View including `Dim_Mine`, `Dim_Department`, `Dim_Employee`, and `Dim_Date`.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Deploy an empty project shell to the local SSAS instance to confirm connectivity and permissions.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Recap and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Introduction to SQL Server Analysis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69164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Key 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Avoid these mistakes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Explain what SSAS is and where it fits in the Microsoft BI stack.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Differentiate multidimensional and tabular models at a beginner level.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Understand SSAS terminology such as cube, dimension, hierarchy, measure, and processing.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Skipping validation after deployment or processing.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Using weak business naming that confuses users.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Designing objects without linking them to reporting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82880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Questions and Lab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DD9E8"/>
                </a:solidFill>
                <a:latin typeface="Calibri"/>
              </a:rPr>
              <a:t>Introduction to SQL Server Analysis Services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