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4E749C"/>
          </a:solidFill>
          <a:ln>
            <a:solidFill>
              <a:srgbClr val="4E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Day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Building and Deploying SSAS Cubes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AF2"/>
                </a:solidFill>
                <a:latin typeface="Calibri"/>
              </a:rPr>
              <a:t>Theory-only trainer deck with diagrams, examples, and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Building and Deploying SSAS Cubes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the end-to-end workflow for building a multidimensional cube in SSDT.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Create a cube from data source, DSV, dimensions, and measure groups.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Deploy and process a cube to an SSAS instance.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Perform validation checks before handing the cube to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2971800" cy="274320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v2_assmang_mining_extended.sql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12B36"/>
                </a:solidFill>
                <a:latin typeface="Calibri"/>
              </a:rPr>
              <a:t>Business context: Assmang mining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Cube build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Building and Deploying SSAS Cubes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 typical workflow moves from relational source -&gt; data source -&gt; data source view -&gt; dimensions -&gt; cube -&gt; deployment -&gt; processing.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Each stage introduces metadata that shapes the analytical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Data source and DSV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Building and Deploying SSAS Cubes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The data source defines how SSDT connects to SQL Server.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The Data Source View is the logical modelling layer that selects tables and relationships.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 clean DSV makes later cube design easier and clearer.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Deployment and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Building and Deploying SSAS Cubes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Deployment pushes the project metadata to an SSAS server.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Processing loads data and builds the structures users actually query.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Without successful processing, a deployed cube is not analytically usable.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Validation and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Building and Deploying SSAS Cubes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Validate measure totals, hierarchy browsing, key attributes, and security assumptions.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 cube should be tested with both SSDT browser checks and client tool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 / Concept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Building and Deploying SSAS Cubes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263B52"/>
                </a:solidFill>
                <a:latin typeface="Courier New"/>
              </a:rPr>
              <a:t>SQL Server Warehouse -&gt; Data Source -&gt; DSV -&gt; Dimensions + Measures -&gt; Deploy -&gt; Process -&gt; Browse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Calibri"/>
              </a:rPr>
              <a:t>Use this visual to explain the flow of structure, context, and analytical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Guided Lab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Building and Deploying SSAS Cubes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Open the SSAS project and confirm the data source points to `AssmangMining`.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Add all v2 dimensions and measure groups to a single cube named `Assmang Mining Analytics`.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Review cube dimension usage so that relationships are correctly mapped.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Deploy the cube to the training SSAS instance and process it fully.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Use the cube browser to confirm that production and cost metrics can be sliced by mine and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Recap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Building and Deploying SSAS Cubes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Key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Avoid these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the end-to-end workflow for building a multidimensional cube in SSDT.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Create a cube from data source, DSV, dimensions, and measure groups.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Deploy and process a cube to an SSAS instance.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Skipping validation after deployment or processing.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Using weak business naming that confuses users.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Designing objects without linking them to reporting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Questions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D9E8"/>
                </a:solidFill>
                <a:latin typeface="Calibri"/>
              </a:rPr>
              <a:t>Building and Deploying SSAS Cubes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